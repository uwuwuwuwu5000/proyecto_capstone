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mM0CIT+yQcKGO5nrU7HyRfAVO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11480" y="109728"/>
            <a:ext cx="11384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3C6E"/>
                </a:solidFill>
                <a:latin typeface="Arial"/>
                <a:ea typeface="Arial"/>
                <a:cs typeface="Arial"/>
                <a:sym typeface="Arial"/>
              </a:rPr>
              <a:t>DIAGRAMA DE DESPLIEGUE – CIUDAD ALERTA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11480" y="435900"/>
            <a:ext cx="113842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A"/>
                </a:solidFill>
                <a:latin typeface="Calibri"/>
                <a:ea typeface="Calibri"/>
                <a:cs typeface="Calibri"/>
                <a:sym typeface="Calibri"/>
              </a:rPr>
              <a:t>Despliegue propuesto del MVP con Ionic + Angular y servicios Firebase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02920" y="1178236"/>
            <a:ext cx="1143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850392" y="1536192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1010412" y="1856231"/>
            <a:ext cx="0" cy="475489"/>
          </a:xfrm>
          <a:prstGeom prst="straightConnector1">
            <a:avLst/>
          </a:prstGeom>
          <a:noFill/>
          <a:ln cap="flat" cmpd="sng" w="25400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4" name="Google Shape;94;p1"/>
          <p:cNvCxnSpPr/>
          <p:nvPr/>
        </p:nvCxnSpPr>
        <p:spPr>
          <a:xfrm flipH="1">
            <a:off x="685800" y="1965960"/>
            <a:ext cx="324612" cy="228600"/>
          </a:xfrm>
          <a:prstGeom prst="straightConnector1">
            <a:avLst/>
          </a:prstGeom>
          <a:noFill/>
          <a:ln cap="flat" cmpd="sng" w="25400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" name="Google Shape;95;p1"/>
          <p:cNvCxnSpPr/>
          <p:nvPr/>
        </p:nvCxnSpPr>
        <p:spPr>
          <a:xfrm>
            <a:off x="1010412" y="1965960"/>
            <a:ext cx="324612" cy="228600"/>
          </a:xfrm>
          <a:prstGeom prst="straightConnector1">
            <a:avLst/>
          </a:prstGeom>
          <a:noFill/>
          <a:ln cap="flat" cmpd="sng" w="25400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" name="Google Shape;96;p1"/>
          <p:cNvCxnSpPr/>
          <p:nvPr/>
        </p:nvCxnSpPr>
        <p:spPr>
          <a:xfrm flipH="1">
            <a:off x="713232" y="2331720"/>
            <a:ext cx="297180" cy="365760"/>
          </a:xfrm>
          <a:prstGeom prst="straightConnector1">
            <a:avLst/>
          </a:prstGeom>
          <a:noFill/>
          <a:ln cap="flat" cmpd="sng" w="25400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7" name="Google Shape;97;p1"/>
          <p:cNvCxnSpPr/>
          <p:nvPr/>
        </p:nvCxnSpPr>
        <p:spPr>
          <a:xfrm>
            <a:off x="1010412" y="2331720"/>
            <a:ext cx="297180" cy="365760"/>
          </a:xfrm>
          <a:prstGeom prst="straightConnector1">
            <a:avLst/>
          </a:prstGeom>
          <a:noFill/>
          <a:ln cap="flat" cmpd="sng" w="25400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8" name="Google Shape;98;p1"/>
          <p:cNvSpPr/>
          <p:nvPr/>
        </p:nvSpPr>
        <p:spPr>
          <a:xfrm>
            <a:off x="1965960" y="1024127"/>
            <a:ext cx="274320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874519" y="1115568"/>
            <a:ext cx="2743200" cy="1965960"/>
          </a:xfrm>
          <a:prstGeom prst="rect">
            <a:avLst/>
          </a:prstGeom>
          <a:solidFill>
            <a:srgbClr val="E1F1FD"/>
          </a:solidFill>
          <a:ln cap="flat" cmpd="sng" w="152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984248" y="1156603"/>
            <a:ext cx="25237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Dispositivo móvil cliente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984248" y="1499616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232A32"/>
                </a:solidFill>
                <a:latin typeface="Arial"/>
                <a:ea typeface="Arial"/>
                <a:cs typeface="Arial"/>
                <a:sym typeface="Arial"/>
              </a:rPr>
              <a:t>Android / iOS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2331720" y="1755648"/>
            <a:ext cx="1828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258568" y="1901952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2258568" y="2066543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404872" y="1793783"/>
            <a:ext cx="168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App Ciudad Alerta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2354579" y="2070220"/>
            <a:ext cx="1645920" cy="41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Ionic + Angular</a:t>
            </a:r>
            <a:b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del ciudadano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1965960" y="4069080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874519" y="4160520"/>
            <a:ext cx="2743200" cy="1508760"/>
          </a:xfrm>
          <a:prstGeom prst="rect">
            <a:avLst/>
          </a:prstGeom>
          <a:solidFill>
            <a:srgbClr val="E6F7EB"/>
          </a:solidFill>
          <a:ln cap="flat" cmpd="sng" w="152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984248" y="4186166"/>
            <a:ext cx="25237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Equipo Administrador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984248" y="4957304"/>
            <a:ext cx="2523744" cy="226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232A32"/>
                </a:solidFill>
                <a:latin typeface="Arial"/>
                <a:ea typeface="Arial"/>
                <a:cs typeface="Arial"/>
                <a:sym typeface="Arial"/>
              </a:rPr>
              <a:t>Navegador web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2331720" y="4681728"/>
            <a:ext cx="18288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2258568" y="4828032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2258568" y="4992624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2404872" y="4754488"/>
            <a:ext cx="1682496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23C6E"/>
                </a:solidFill>
                <a:latin typeface="Arial"/>
                <a:ea typeface="Arial"/>
                <a:cs typeface="Arial"/>
                <a:sym typeface="Arial"/>
              </a:rPr>
              <a:t>Panel administrativo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2423160" y="5021114"/>
            <a:ext cx="1645920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Gestión de incidencias</a:t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5715000" y="868680"/>
            <a:ext cx="5257800" cy="4983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5623560" y="960120"/>
            <a:ext cx="5257800" cy="4983480"/>
          </a:xfrm>
          <a:prstGeom prst="rect">
            <a:avLst/>
          </a:prstGeom>
          <a:solidFill>
            <a:srgbClr val="FFF2DA"/>
          </a:solidFill>
          <a:ln cap="flat" cmpd="sng" w="152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733288" y="1016544"/>
            <a:ext cx="503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Firebase 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5715000" y="3356165"/>
            <a:ext cx="50383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Servicios administrados del proyecto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6144768" y="1572768"/>
            <a:ext cx="18288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6071616" y="1719072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6071616" y="1883664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6217920" y="1633987"/>
            <a:ext cx="16824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Firebase Authentication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6236207" y="1929718"/>
            <a:ext cx="16459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Registro · Login · sesión</a:t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8458200" y="1572768"/>
            <a:ext cx="18288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385048" y="1719072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385048" y="1883664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8531352" y="1633987"/>
            <a:ext cx="16824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Cloud Functions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8549640" y="1929718"/>
            <a:ext cx="16459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Lógica de negocio</a:t>
            </a:r>
            <a:endParaRPr/>
          </a:p>
        </p:txBody>
      </p:sp>
      <p:sp>
        <p:nvSpPr>
          <p:cNvPr id="130" name="Google Shape;130;p1"/>
          <p:cNvSpPr/>
          <p:nvPr/>
        </p:nvSpPr>
        <p:spPr>
          <a:xfrm>
            <a:off x="6144768" y="2578608"/>
            <a:ext cx="18288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6071616" y="2724912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6071616" y="2889503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6217920" y="2639826"/>
            <a:ext cx="16824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Cloud Firestore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6236207" y="2949273"/>
            <a:ext cx="16459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32A32"/>
                </a:solidFill>
                <a:latin typeface="Arial"/>
                <a:ea typeface="Arial"/>
                <a:cs typeface="Arial"/>
                <a:sym typeface="Arial"/>
              </a:rPr>
              <a:t>Base de datos </a:t>
            </a: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NoSQL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8458200" y="2578608"/>
            <a:ext cx="18288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8385048" y="2724912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8385048" y="2889503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8531352" y="2639826"/>
            <a:ext cx="16824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8549640" y="2949273"/>
            <a:ext cx="16459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Fotografías</a:t>
            </a:r>
            <a:endParaRPr/>
          </a:p>
        </p:txBody>
      </p:sp>
      <p:sp>
        <p:nvSpPr>
          <p:cNvPr id="140" name="Google Shape;140;p1"/>
          <p:cNvSpPr/>
          <p:nvPr/>
        </p:nvSpPr>
        <p:spPr>
          <a:xfrm>
            <a:off x="6144768" y="3611880"/>
            <a:ext cx="18288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6071616" y="3758184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6071616" y="3922776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6217920" y="3673099"/>
            <a:ext cx="16824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Firebase Cloud Messaging</a:t>
            </a:r>
            <a:endParaRPr/>
          </a:p>
        </p:txBody>
      </p:sp>
      <p:sp>
        <p:nvSpPr>
          <p:cNvPr id="144" name="Google Shape;144;p1"/>
          <p:cNvSpPr txBox="1"/>
          <p:nvPr/>
        </p:nvSpPr>
        <p:spPr>
          <a:xfrm>
            <a:off x="6236207" y="3978698"/>
            <a:ext cx="1645920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Notificaciones / alertas</a:t>
            </a: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8458200" y="3611880"/>
            <a:ext cx="18288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8385048" y="3758184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8385048" y="3922776"/>
            <a:ext cx="164592" cy="100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8531352" y="3673099"/>
            <a:ext cx="16824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Reglas de Seguridad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8549640" y="3978698"/>
            <a:ext cx="1645920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Permisos y acceso</a:t>
            </a:r>
            <a:endParaRPr/>
          </a:p>
        </p:txBody>
      </p:sp>
      <p:sp>
        <p:nvSpPr>
          <p:cNvPr id="150" name="Google Shape;150;p1"/>
          <p:cNvSpPr/>
          <p:nvPr/>
        </p:nvSpPr>
        <p:spPr>
          <a:xfrm>
            <a:off x="7406640" y="4709160"/>
            <a:ext cx="251460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7315200" y="4800600"/>
            <a:ext cx="2514600" cy="841248"/>
          </a:xfrm>
          <a:prstGeom prst="rect">
            <a:avLst/>
          </a:prstGeom>
          <a:solidFill>
            <a:srgbClr val="F4EDFC"/>
          </a:solidFill>
          <a:ln cap="flat" cmpd="sng" w="15225">
            <a:solidFill>
              <a:srgbClr val="646E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7424927" y="4857024"/>
            <a:ext cx="22951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3C6E"/>
                </a:solidFill>
                <a:latin typeface="Calibri"/>
                <a:ea typeface="Calibri"/>
                <a:cs typeface="Calibri"/>
                <a:sym typeface="Calibri"/>
              </a:rPr>
              <a:t>Servicio externo</a:t>
            </a:r>
            <a:endParaRPr/>
          </a:p>
        </p:txBody>
      </p:sp>
      <p:sp>
        <p:nvSpPr>
          <p:cNvPr id="153" name="Google Shape;153;p1"/>
          <p:cNvSpPr txBox="1"/>
          <p:nvPr/>
        </p:nvSpPr>
        <p:spPr>
          <a:xfrm>
            <a:off x="7424927" y="5245867"/>
            <a:ext cx="2295144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Google Maps / GPS</a:t>
            </a:r>
            <a:endParaRPr/>
          </a:p>
        </p:txBody>
      </p:sp>
      <p:cxnSp>
        <p:nvCxnSpPr>
          <p:cNvPr id="154" name="Google Shape;154;p1"/>
          <p:cNvCxnSpPr/>
          <p:nvPr/>
        </p:nvCxnSpPr>
        <p:spPr>
          <a:xfrm>
            <a:off x="1353312" y="2103120"/>
            <a:ext cx="521207" cy="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5" name="Google Shape;155;p1"/>
          <p:cNvSpPr txBox="1"/>
          <p:nvPr/>
        </p:nvSpPr>
        <p:spPr>
          <a:xfrm>
            <a:off x="1110995" y="1900613"/>
            <a:ext cx="1005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17A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/>
          </a:p>
        </p:txBody>
      </p:sp>
      <p:cxnSp>
        <p:nvCxnSpPr>
          <p:cNvPr id="156" name="Google Shape;156;p1"/>
          <p:cNvCxnSpPr/>
          <p:nvPr/>
        </p:nvCxnSpPr>
        <p:spPr>
          <a:xfrm>
            <a:off x="4617720" y="2103120"/>
            <a:ext cx="1005840" cy="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7" name="Google Shape;157;p1"/>
          <p:cNvSpPr txBox="1"/>
          <p:nvPr/>
        </p:nvSpPr>
        <p:spPr>
          <a:xfrm>
            <a:off x="4617720" y="1885223"/>
            <a:ext cx="10058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A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/>
          </a:p>
        </p:txBody>
      </p:sp>
      <p:cxnSp>
        <p:nvCxnSpPr>
          <p:cNvPr id="158" name="Google Shape;158;p1"/>
          <p:cNvCxnSpPr/>
          <p:nvPr/>
        </p:nvCxnSpPr>
        <p:spPr>
          <a:xfrm flipH="1" rot="10800000">
            <a:off x="4617720" y="4251960"/>
            <a:ext cx="1005840" cy="54864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9" name="Google Shape;159;p1"/>
          <p:cNvSpPr txBox="1"/>
          <p:nvPr/>
        </p:nvSpPr>
        <p:spPr>
          <a:xfrm>
            <a:off x="4617720" y="4308384"/>
            <a:ext cx="10058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A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/>
          </a:p>
        </p:txBody>
      </p:sp>
      <p:cxnSp>
        <p:nvCxnSpPr>
          <p:cNvPr id="160" name="Google Shape;160;p1"/>
          <p:cNvCxnSpPr/>
          <p:nvPr/>
        </p:nvCxnSpPr>
        <p:spPr>
          <a:xfrm>
            <a:off x="7059168" y="2258568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1" name="Google Shape;161;p1"/>
          <p:cNvCxnSpPr/>
          <p:nvPr/>
        </p:nvCxnSpPr>
        <p:spPr>
          <a:xfrm>
            <a:off x="9372600" y="2258568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2" name="Google Shape;162;p1"/>
          <p:cNvCxnSpPr/>
          <p:nvPr/>
        </p:nvCxnSpPr>
        <p:spPr>
          <a:xfrm>
            <a:off x="7059168" y="329184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3" name="Google Shape;163;p1"/>
          <p:cNvCxnSpPr/>
          <p:nvPr/>
        </p:nvCxnSpPr>
        <p:spPr>
          <a:xfrm>
            <a:off x="9372600" y="329184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4" name="Google Shape;164;p1"/>
          <p:cNvCxnSpPr/>
          <p:nvPr/>
        </p:nvCxnSpPr>
        <p:spPr>
          <a:xfrm>
            <a:off x="8549640" y="4325112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123C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5" name="Google Shape;165;p1"/>
          <p:cNvSpPr txBox="1"/>
          <p:nvPr/>
        </p:nvSpPr>
        <p:spPr>
          <a:xfrm>
            <a:off x="7882127" y="4355134"/>
            <a:ext cx="10058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17A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594360" y="6210336"/>
            <a:ext cx="1097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Firestore mantiene la persistencia NoSQL; Storage almacena fotografías; Authentication controla el acceso y FCM gestiona notificaciones.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Lenovo</dc:creator>
</cp:coreProperties>
</file>