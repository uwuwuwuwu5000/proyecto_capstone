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7" roundtripDataSignature="AMtx7mj+U6AteXyYT5RInT4S0Wyai2em4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customschemas.google.com/relationships/presentationmetadata" Target="meta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2" name="Google Shape;22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6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7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0" name="Google Shape;40;p7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1" name="Google Shape;41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8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8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8" name="Google Shape;48;p8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8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0" name="Google Shape;50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0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0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10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1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1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1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2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3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3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"/>
          <p:cNvSpPr txBox="1"/>
          <p:nvPr/>
        </p:nvSpPr>
        <p:spPr>
          <a:xfrm>
            <a:off x="411480" y="109728"/>
            <a:ext cx="113842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03764"/>
                </a:solidFill>
                <a:latin typeface="Arial"/>
                <a:ea typeface="Arial"/>
                <a:cs typeface="Arial"/>
                <a:sym typeface="Arial"/>
              </a:rPr>
              <a:t>DIAGRAMA DE ARQUITECTURA DE SOFTWARE – CIUDAD ALERTA</a:t>
            </a:r>
            <a:endParaRPr/>
          </a:p>
        </p:txBody>
      </p:sp>
      <p:sp>
        <p:nvSpPr>
          <p:cNvPr id="90" name="Google Shape;90;p1"/>
          <p:cNvSpPr txBox="1"/>
          <p:nvPr/>
        </p:nvSpPr>
        <p:spPr>
          <a:xfrm>
            <a:off x="411480" y="399324"/>
            <a:ext cx="11384280" cy="3077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69717A"/>
                </a:solidFill>
                <a:latin typeface="Calibri"/>
                <a:ea typeface="Calibri"/>
                <a:cs typeface="Calibri"/>
                <a:sym typeface="Calibri"/>
              </a:rPr>
              <a:t>Arquitectura por capas · Ionic + Angular · Firebase</a:t>
            </a:r>
            <a:endParaRPr/>
          </a:p>
        </p:txBody>
      </p:sp>
      <p:sp>
        <p:nvSpPr>
          <p:cNvPr id="91" name="Google Shape;91;p1"/>
          <p:cNvSpPr/>
          <p:nvPr/>
        </p:nvSpPr>
        <p:spPr>
          <a:xfrm>
            <a:off x="653135" y="932688"/>
            <a:ext cx="10789920" cy="5394960"/>
          </a:xfrm>
          <a:prstGeom prst="roundRect">
            <a:avLst>
              <a:gd fmla="val 16667" name="adj"/>
            </a:avLst>
          </a:prstGeom>
          <a:solidFill>
            <a:srgbClr val="FCFAF5"/>
          </a:solidFill>
          <a:ln cap="flat" cmpd="sng" w="9525">
            <a:solidFill>
              <a:srgbClr val="A5ACB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"/>
          <p:cNvSpPr/>
          <p:nvPr/>
        </p:nvSpPr>
        <p:spPr>
          <a:xfrm>
            <a:off x="960120" y="1078992"/>
            <a:ext cx="10241280" cy="914400"/>
          </a:xfrm>
          <a:prstGeom prst="roundRect">
            <a:avLst>
              <a:gd fmla="val 16667" name="adj"/>
            </a:avLst>
          </a:prstGeom>
          <a:solidFill>
            <a:srgbClr val="E2F4FC"/>
          </a:solidFill>
          <a:ln cap="flat" cmpd="sng" w="9525">
            <a:solidFill>
              <a:srgbClr val="3087D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1143000" y="1105085"/>
            <a:ext cx="2011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u="none" cap="none" strike="noStrike">
                <a:solidFill>
                  <a:srgbClr val="103764"/>
                </a:solidFill>
                <a:latin typeface="Calibri"/>
                <a:ea typeface="Calibri"/>
                <a:cs typeface="Calibri"/>
                <a:sym typeface="Calibri"/>
              </a:rPr>
              <a:t>CAPA DE PRESENTACIÓN</a:t>
            </a:r>
            <a:endParaRPr sz="1600"/>
          </a:p>
        </p:txBody>
      </p:sp>
      <p:sp>
        <p:nvSpPr>
          <p:cNvPr id="94" name="Google Shape;94;p1"/>
          <p:cNvSpPr/>
          <p:nvPr/>
        </p:nvSpPr>
        <p:spPr>
          <a:xfrm>
            <a:off x="4617720" y="1261872"/>
            <a:ext cx="2743200" cy="53035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3087D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"/>
          <p:cNvSpPr txBox="1"/>
          <p:nvPr/>
        </p:nvSpPr>
        <p:spPr>
          <a:xfrm>
            <a:off x="4690872" y="1336082"/>
            <a:ext cx="2596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03764"/>
                </a:solidFill>
                <a:latin typeface="Calibri"/>
                <a:ea typeface="Calibri"/>
                <a:cs typeface="Calibri"/>
                <a:sym typeface="Calibri"/>
              </a:rPr>
              <a:t>Interfaz de Usuario</a:t>
            </a:r>
            <a:endParaRPr sz="1900"/>
          </a:p>
        </p:txBody>
      </p:sp>
      <p:sp>
        <p:nvSpPr>
          <p:cNvPr id="96" name="Google Shape;96;p1"/>
          <p:cNvSpPr/>
          <p:nvPr/>
        </p:nvSpPr>
        <p:spPr>
          <a:xfrm>
            <a:off x="7726679" y="1261872"/>
            <a:ext cx="2468880" cy="53035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3087D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"/>
          <p:cNvSpPr txBox="1"/>
          <p:nvPr/>
        </p:nvSpPr>
        <p:spPr>
          <a:xfrm>
            <a:off x="7799831" y="1336082"/>
            <a:ext cx="2322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03764"/>
                </a:solidFill>
                <a:latin typeface="Calibri"/>
                <a:ea typeface="Calibri"/>
                <a:cs typeface="Calibri"/>
                <a:sym typeface="Calibri"/>
              </a:rPr>
              <a:t>Usuarios</a:t>
            </a:r>
            <a:endParaRPr sz="1900"/>
          </a:p>
        </p:txBody>
      </p:sp>
      <p:sp>
        <p:nvSpPr>
          <p:cNvPr id="98" name="Google Shape;98;p1"/>
          <p:cNvSpPr/>
          <p:nvPr/>
        </p:nvSpPr>
        <p:spPr>
          <a:xfrm>
            <a:off x="960120" y="2176272"/>
            <a:ext cx="10241280" cy="1234440"/>
          </a:xfrm>
          <a:prstGeom prst="roundRect">
            <a:avLst>
              <a:gd fmla="val 16667" name="adj"/>
            </a:avLst>
          </a:prstGeom>
          <a:solidFill>
            <a:srgbClr val="E8F7EC"/>
          </a:solidFill>
          <a:ln cap="flat" cmpd="sng" w="9525">
            <a:solidFill>
              <a:srgbClr val="449D5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"/>
          <p:cNvSpPr txBox="1"/>
          <p:nvPr/>
        </p:nvSpPr>
        <p:spPr>
          <a:xfrm>
            <a:off x="1143000" y="2202365"/>
            <a:ext cx="2011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u="none" cap="none" strike="noStrike">
                <a:solidFill>
                  <a:srgbClr val="103764"/>
                </a:solidFill>
                <a:latin typeface="Calibri"/>
                <a:ea typeface="Calibri"/>
                <a:cs typeface="Calibri"/>
                <a:sym typeface="Calibri"/>
              </a:rPr>
              <a:t>CAPA DE APLICACIÓN</a:t>
            </a:r>
            <a:endParaRPr sz="1600"/>
          </a:p>
        </p:txBody>
      </p:sp>
      <p:sp>
        <p:nvSpPr>
          <p:cNvPr id="100" name="Google Shape;100;p1"/>
          <p:cNvSpPr/>
          <p:nvPr/>
        </p:nvSpPr>
        <p:spPr>
          <a:xfrm>
            <a:off x="2971800" y="2487168"/>
            <a:ext cx="1554480" cy="65836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449D5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"/>
          <p:cNvSpPr txBox="1"/>
          <p:nvPr/>
        </p:nvSpPr>
        <p:spPr>
          <a:xfrm>
            <a:off x="3044952" y="2561378"/>
            <a:ext cx="1408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03764"/>
                </a:solidFill>
                <a:latin typeface="Calibri"/>
                <a:ea typeface="Calibri"/>
                <a:cs typeface="Calibri"/>
                <a:sym typeface="Calibri"/>
              </a:rPr>
              <a:t>Usuarios</a:t>
            </a:r>
            <a:endParaRPr sz="2000"/>
          </a:p>
        </p:txBody>
      </p:sp>
      <p:sp>
        <p:nvSpPr>
          <p:cNvPr id="102" name="Google Shape;102;p1"/>
          <p:cNvSpPr/>
          <p:nvPr/>
        </p:nvSpPr>
        <p:spPr>
          <a:xfrm>
            <a:off x="4736592" y="2487168"/>
            <a:ext cx="1554480" cy="65836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449D5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"/>
          <p:cNvSpPr txBox="1"/>
          <p:nvPr/>
        </p:nvSpPr>
        <p:spPr>
          <a:xfrm>
            <a:off x="4809744" y="2561378"/>
            <a:ext cx="1408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03764"/>
                </a:solidFill>
                <a:latin typeface="Calibri"/>
                <a:ea typeface="Calibri"/>
                <a:cs typeface="Calibri"/>
                <a:sym typeface="Calibri"/>
              </a:rPr>
              <a:t>Reportes</a:t>
            </a:r>
            <a:endParaRPr sz="2000"/>
          </a:p>
        </p:txBody>
      </p:sp>
      <p:sp>
        <p:nvSpPr>
          <p:cNvPr id="104" name="Google Shape;104;p1"/>
          <p:cNvSpPr/>
          <p:nvPr/>
        </p:nvSpPr>
        <p:spPr>
          <a:xfrm>
            <a:off x="6501384" y="2487168"/>
            <a:ext cx="1554480" cy="65836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449D5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"/>
          <p:cNvSpPr txBox="1"/>
          <p:nvPr/>
        </p:nvSpPr>
        <p:spPr>
          <a:xfrm>
            <a:off x="6574536" y="2561378"/>
            <a:ext cx="1408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03764"/>
                </a:solidFill>
                <a:latin typeface="Calibri"/>
                <a:ea typeface="Calibri"/>
                <a:cs typeface="Calibri"/>
                <a:sym typeface="Calibri"/>
              </a:rPr>
              <a:t>Validación</a:t>
            </a:r>
            <a:endParaRPr sz="2200"/>
          </a:p>
        </p:txBody>
      </p:sp>
      <p:sp>
        <p:nvSpPr>
          <p:cNvPr id="106" name="Google Shape;106;p1"/>
          <p:cNvSpPr/>
          <p:nvPr/>
        </p:nvSpPr>
        <p:spPr>
          <a:xfrm>
            <a:off x="8266175" y="2487168"/>
            <a:ext cx="1554480" cy="65836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449D5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"/>
          <p:cNvSpPr txBox="1"/>
          <p:nvPr/>
        </p:nvSpPr>
        <p:spPr>
          <a:xfrm>
            <a:off x="8339327" y="2561378"/>
            <a:ext cx="14082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0" u="none" cap="none" strike="noStrike">
                <a:solidFill>
                  <a:srgbClr val="103764"/>
                </a:solidFill>
                <a:latin typeface="Arial"/>
                <a:ea typeface="Arial"/>
                <a:cs typeface="Arial"/>
                <a:sym typeface="Arial"/>
              </a:rPr>
              <a:t>Seguimiento</a:t>
            </a:r>
            <a:endParaRPr sz="1900"/>
          </a:p>
        </p:txBody>
      </p:sp>
      <p:sp>
        <p:nvSpPr>
          <p:cNvPr id="108" name="Google Shape;108;p1"/>
          <p:cNvSpPr/>
          <p:nvPr/>
        </p:nvSpPr>
        <p:spPr>
          <a:xfrm>
            <a:off x="960120" y="3611880"/>
            <a:ext cx="10241280" cy="1143000"/>
          </a:xfrm>
          <a:prstGeom prst="roundRect">
            <a:avLst>
              <a:gd fmla="val 16667" name="adj"/>
            </a:avLst>
          </a:prstGeom>
          <a:solidFill>
            <a:srgbClr val="FFF4DC"/>
          </a:solidFill>
          <a:ln cap="flat" cmpd="sng" w="9525">
            <a:solidFill>
              <a:srgbClr val="ED9F3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"/>
          <p:cNvSpPr txBox="1"/>
          <p:nvPr/>
        </p:nvSpPr>
        <p:spPr>
          <a:xfrm>
            <a:off x="1143000" y="3637973"/>
            <a:ext cx="2011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u="none" cap="none" strike="noStrike">
                <a:solidFill>
                  <a:srgbClr val="103764"/>
                </a:solidFill>
                <a:latin typeface="Calibri"/>
                <a:ea typeface="Calibri"/>
                <a:cs typeface="Calibri"/>
                <a:sym typeface="Calibri"/>
              </a:rPr>
              <a:t>CAPA DE SERVICIOS</a:t>
            </a:r>
            <a:endParaRPr sz="1600"/>
          </a:p>
        </p:txBody>
      </p:sp>
      <p:sp>
        <p:nvSpPr>
          <p:cNvPr id="110" name="Google Shape;110;p1"/>
          <p:cNvSpPr/>
          <p:nvPr/>
        </p:nvSpPr>
        <p:spPr>
          <a:xfrm>
            <a:off x="2834640" y="3913632"/>
            <a:ext cx="1554480" cy="603504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D9F3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"/>
          <p:cNvSpPr txBox="1"/>
          <p:nvPr/>
        </p:nvSpPr>
        <p:spPr>
          <a:xfrm>
            <a:off x="2907792" y="3987842"/>
            <a:ext cx="14082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0" u="none" cap="none" strike="noStrike">
                <a:solidFill>
                  <a:srgbClr val="103764"/>
                </a:solidFill>
                <a:latin typeface="Calibri"/>
                <a:ea typeface="Calibri"/>
                <a:cs typeface="Calibri"/>
                <a:sym typeface="Calibri"/>
              </a:rPr>
              <a:t>Authentication</a:t>
            </a:r>
            <a:endParaRPr sz="1900"/>
          </a:p>
        </p:txBody>
      </p:sp>
      <p:sp>
        <p:nvSpPr>
          <p:cNvPr id="112" name="Google Shape;112;p1"/>
          <p:cNvSpPr/>
          <p:nvPr/>
        </p:nvSpPr>
        <p:spPr>
          <a:xfrm>
            <a:off x="4617720" y="3913632"/>
            <a:ext cx="1554480" cy="603504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D9F3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"/>
          <p:cNvSpPr txBox="1"/>
          <p:nvPr/>
        </p:nvSpPr>
        <p:spPr>
          <a:xfrm>
            <a:off x="4690872" y="3987842"/>
            <a:ext cx="14082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50" u="none" cap="none" strike="noStrike">
                <a:solidFill>
                  <a:srgbClr val="103764"/>
                </a:solidFill>
                <a:latin typeface="Calibri"/>
                <a:ea typeface="Calibri"/>
                <a:cs typeface="Calibri"/>
                <a:sym typeface="Calibri"/>
              </a:rPr>
              <a:t>Cloud Functions</a:t>
            </a:r>
            <a:endParaRPr sz="1800"/>
          </a:p>
        </p:txBody>
      </p:sp>
      <p:sp>
        <p:nvSpPr>
          <p:cNvPr id="114" name="Google Shape;114;p1"/>
          <p:cNvSpPr/>
          <p:nvPr/>
        </p:nvSpPr>
        <p:spPr>
          <a:xfrm>
            <a:off x="6400800" y="3913632"/>
            <a:ext cx="1554480" cy="603504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D9F3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"/>
          <p:cNvSpPr txBox="1"/>
          <p:nvPr/>
        </p:nvSpPr>
        <p:spPr>
          <a:xfrm>
            <a:off x="6473952" y="3987842"/>
            <a:ext cx="14082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03764"/>
                </a:solidFill>
                <a:latin typeface="Calibri"/>
                <a:ea typeface="Calibri"/>
                <a:cs typeface="Calibri"/>
                <a:sym typeface="Calibri"/>
              </a:rPr>
              <a:t>Maps / GPS</a:t>
            </a:r>
            <a:endParaRPr sz="2000"/>
          </a:p>
        </p:txBody>
      </p:sp>
      <p:sp>
        <p:nvSpPr>
          <p:cNvPr id="116" name="Google Shape;116;p1"/>
          <p:cNvSpPr/>
          <p:nvPr/>
        </p:nvSpPr>
        <p:spPr>
          <a:xfrm>
            <a:off x="8183879" y="3913632"/>
            <a:ext cx="1554480" cy="603504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D9F3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"/>
          <p:cNvSpPr txBox="1"/>
          <p:nvPr/>
        </p:nvSpPr>
        <p:spPr>
          <a:xfrm>
            <a:off x="8257031" y="3987842"/>
            <a:ext cx="1408200" cy="36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50" u="none" cap="none" strike="noStrike">
                <a:solidFill>
                  <a:srgbClr val="103764"/>
                </a:solidFill>
                <a:latin typeface="Calibri"/>
                <a:ea typeface="Calibri"/>
                <a:cs typeface="Calibri"/>
                <a:sym typeface="Calibri"/>
              </a:rPr>
              <a:t>FCM</a:t>
            </a:r>
            <a:endParaRPr sz="2100"/>
          </a:p>
        </p:txBody>
      </p:sp>
      <p:sp>
        <p:nvSpPr>
          <p:cNvPr id="118" name="Google Shape;118;p1"/>
          <p:cNvSpPr/>
          <p:nvPr/>
        </p:nvSpPr>
        <p:spPr>
          <a:xfrm>
            <a:off x="960120" y="4965192"/>
            <a:ext cx="10241280" cy="960120"/>
          </a:xfrm>
          <a:prstGeom prst="roundRect">
            <a:avLst>
              <a:gd fmla="val 16667" name="adj"/>
            </a:avLst>
          </a:prstGeom>
          <a:solidFill>
            <a:srgbClr val="F4EEFC"/>
          </a:solidFill>
          <a:ln cap="flat" cmpd="sng" w="9525">
            <a:solidFill>
              <a:srgbClr val="7E5BB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"/>
          <p:cNvSpPr txBox="1"/>
          <p:nvPr/>
        </p:nvSpPr>
        <p:spPr>
          <a:xfrm>
            <a:off x="1143000" y="4991285"/>
            <a:ext cx="2011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03764"/>
                </a:solidFill>
                <a:latin typeface="Calibri"/>
                <a:ea typeface="Calibri"/>
                <a:cs typeface="Calibri"/>
                <a:sym typeface="Calibri"/>
              </a:rPr>
              <a:t>CAPA DE DATOS</a:t>
            </a:r>
            <a:endParaRPr sz="1700"/>
          </a:p>
        </p:txBody>
      </p:sp>
      <p:sp>
        <p:nvSpPr>
          <p:cNvPr id="120" name="Google Shape;120;p1"/>
          <p:cNvSpPr/>
          <p:nvPr/>
        </p:nvSpPr>
        <p:spPr>
          <a:xfrm>
            <a:off x="2926080" y="5230368"/>
            <a:ext cx="3840480" cy="5029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7E5BB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"/>
          <p:cNvSpPr txBox="1"/>
          <p:nvPr/>
        </p:nvSpPr>
        <p:spPr>
          <a:xfrm>
            <a:off x="2999232" y="5300731"/>
            <a:ext cx="36942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03764"/>
                </a:solidFill>
                <a:latin typeface="Calibri"/>
                <a:ea typeface="Calibri"/>
                <a:cs typeface="Calibri"/>
                <a:sym typeface="Calibri"/>
              </a:rPr>
              <a:t>Cloud Firestore (NoSQL)</a:t>
            </a:r>
            <a:endParaRPr sz="1800"/>
          </a:p>
        </p:txBody>
      </p:sp>
      <p:sp>
        <p:nvSpPr>
          <p:cNvPr id="122" name="Google Shape;122;p1"/>
          <p:cNvSpPr/>
          <p:nvPr/>
        </p:nvSpPr>
        <p:spPr>
          <a:xfrm>
            <a:off x="7315200" y="5230368"/>
            <a:ext cx="2423160" cy="5029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7E5BB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"/>
          <p:cNvSpPr txBox="1"/>
          <p:nvPr/>
        </p:nvSpPr>
        <p:spPr>
          <a:xfrm>
            <a:off x="7388352" y="5300731"/>
            <a:ext cx="2277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103764"/>
                </a:solidFill>
                <a:latin typeface="Calibri"/>
                <a:ea typeface="Calibri"/>
                <a:cs typeface="Calibri"/>
                <a:sym typeface="Calibri"/>
              </a:rPr>
              <a:t>Cloud Storage</a:t>
            </a:r>
            <a:endParaRPr sz="2000"/>
          </a:p>
        </p:txBody>
      </p:sp>
      <p:cxnSp>
        <p:nvCxnSpPr>
          <p:cNvPr id="124" name="Google Shape;124;p1"/>
          <p:cNvCxnSpPr/>
          <p:nvPr/>
        </p:nvCxnSpPr>
        <p:spPr>
          <a:xfrm>
            <a:off x="5989320" y="1792224"/>
            <a:ext cx="0" cy="384048"/>
          </a:xfrm>
          <a:prstGeom prst="straightConnector1">
            <a:avLst/>
          </a:prstGeom>
          <a:noFill/>
          <a:ln cap="flat" cmpd="sng" w="21575">
            <a:solidFill>
              <a:srgbClr val="10376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125" name="Google Shape;125;p1"/>
          <p:cNvCxnSpPr/>
          <p:nvPr/>
        </p:nvCxnSpPr>
        <p:spPr>
          <a:xfrm>
            <a:off x="5989320" y="3410712"/>
            <a:ext cx="0" cy="201168"/>
          </a:xfrm>
          <a:prstGeom prst="straightConnector1">
            <a:avLst/>
          </a:prstGeom>
          <a:noFill/>
          <a:ln cap="flat" cmpd="sng" w="21575">
            <a:solidFill>
              <a:srgbClr val="10376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126" name="Google Shape;126;p1"/>
          <p:cNvCxnSpPr/>
          <p:nvPr/>
        </p:nvCxnSpPr>
        <p:spPr>
          <a:xfrm>
            <a:off x="5989320" y="4754880"/>
            <a:ext cx="0" cy="210312"/>
          </a:xfrm>
          <a:prstGeom prst="straightConnector1">
            <a:avLst/>
          </a:prstGeom>
          <a:noFill/>
          <a:ln cap="flat" cmpd="sng" w="21575">
            <a:solidFill>
              <a:srgbClr val="10376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127" name="Google Shape;127;p1"/>
          <p:cNvSpPr/>
          <p:nvPr/>
        </p:nvSpPr>
        <p:spPr>
          <a:xfrm>
            <a:off x="202449" y="1537077"/>
            <a:ext cx="355200" cy="4642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10376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"/>
          <p:cNvSpPr txBox="1"/>
          <p:nvPr/>
        </p:nvSpPr>
        <p:spPr>
          <a:xfrm>
            <a:off x="233801" y="1537067"/>
            <a:ext cx="292500" cy="447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03764"/>
                </a:solidFill>
                <a:latin typeface="Calibri"/>
                <a:ea typeface="Calibri"/>
                <a:cs typeface="Calibri"/>
                <a:sym typeface="Calibri"/>
              </a:rPr>
              <a:t>FLUJ</a:t>
            </a:r>
            <a:endParaRPr b="1" i="0" sz="1500" u="none" cap="none" strike="noStrike">
              <a:solidFill>
                <a:srgbClr val="10376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03764"/>
                </a:solidFill>
                <a:latin typeface="Calibri"/>
                <a:ea typeface="Calibri"/>
                <a:cs typeface="Calibri"/>
                <a:sym typeface="Calibri"/>
              </a:rPr>
              <a:t>O</a:t>
            </a:r>
            <a:endParaRPr b="1" i="0" sz="1500" u="none" cap="none" strike="noStrike">
              <a:solidFill>
                <a:srgbClr val="10376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</a:t>
            </a:r>
            <a:br>
              <a:rPr b="0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INFORMACÓN</a:t>
            </a:r>
            <a:endParaRPr sz="1700"/>
          </a:p>
        </p:txBody>
      </p:sp>
      <p:sp>
        <p:nvSpPr>
          <p:cNvPr id="129" name="Google Shape;129;p1"/>
          <p:cNvSpPr txBox="1"/>
          <p:nvPr/>
        </p:nvSpPr>
        <p:spPr>
          <a:xfrm>
            <a:off x="667972" y="6490824"/>
            <a:ext cx="10789920" cy="261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282E37"/>
                </a:solidFill>
                <a:latin typeface="Calibri"/>
                <a:ea typeface="Calibri"/>
                <a:cs typeface="Calibri"/>
                <a:sym typeface="Calibri"/>
              </a:rPr>
              <a:t>La aplicación móvil consume servicios de Firebase y geolocalización. Firestore mantiene la persistencia NoSQL y Storage almacena las fotografías.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>Lenovo</dc:creator>
</cp:coreProperties>
</file>